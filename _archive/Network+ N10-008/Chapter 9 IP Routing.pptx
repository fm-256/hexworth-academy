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58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50000"/>
  </p:normalViewPr>
  <p:slideViewPr>
    <p:cSldViewPr snapToGrid="0">
      <p:cViewPr varScale="1">
        <p:scale>
          <a:sx n="54" d="100"/>
          <a:sy n="54" d="100"/>
        </p:scale>
        <p:origin x="2856" y="19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BE1A1-1717-4E9A-AE5D-E60E58EE016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45B7E-56EC-4604-9014-DAFC1370D8B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Routers build </a:t>
            </a:r>
            <a:r>
              <a:rPr lang="en-US" b="1" dirty="0"/>
              <a:t>routing tables </a:t>
            </a:r>
            <a:r>
              <a:rPr lang="en-US" dirty="0"/>
              <a:t>that describes how to find remote networks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Static routing</a:t>
            </a:r>
            <a:r>
              <a:rPr lang="en-US" dirty="0"/>
              <a:t>: manually adding in the routes by which your router needs to send packets. Admin’s job to update it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Dynamic routing</a:t>
            </a:r>
            <a:r>
              <a:rPr lang="en-US" dirty="0"/>
              <a:t>: A protocol on one router communicates w/ the same protocol running on a neighbor router. Neighboring routers update automatically when changes occur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Routers are really good at making updates when networks change or a certain route is out, the updates are called convergence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45B7E-56EC-4604-9014-DAFC1370D8B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45B7E-56EC-4604-9014-DAFC1370D8B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Distance vector calculations</a:t>
            </a:r>
            <a:r>
              <a:rPr lang="en-US" dirty="0"/>
              <a:t>: determines the best route for packets based on distance/number of hops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Link-state calculations</a:t>
            </a:r>
            <a:r>
              <a:rPr lang="en-US" b="0" u="none" dirty="0"/>
              <a:t>: </a:t>
            </a:r>
            <a:r>
              <a:rPr lang="en-US" dirty="0"/>
              <a:t>Status of the network determines the route; uses the route with the fastest route based on bandwidth; may have more hops, but still ends up being faster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45B7E-56EC-4604-9014-DAFC1370D8B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b="1" u="sng" dirty="0"/>
              <a:t>Link-state calculations</a:t>
            </a:r>
            <a:r>
              <a:rPr lang="en-US" b="0" u="none" dirty="0"/>
              <a:t>: </a:t>
            </a:r>
            <a:r>
              <a:rPr lang="en-US" dirty="0"/>
              <a:t>has each individual router figure out the route to each node on the network, based on all those routes, link-state put together a table featuring the best routes to take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45B7E-56EC-4604-9014-DAFC1370D8B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BGP</a:t>
            </a:r>
            <a:r>
              <a:rPr lang="en-US" b="0" u="none" dirty="0"/>
              <a:t>- determines the route based on the number of hops, network policies, and rules you can configure on the protocol itself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45B7E-56EC-4604-9014-DAFC1370D8B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9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IP Routing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2385"/>
            <a:ext cx="10515600" cy="1492132"/>
          </a:xfrm>
        </p:spPr>
        <p:txBody>
          <a:bodyPr/>
          <a:lstStyle/>
          <a:p>
            <a:pPr algn="ctr"/>
            <a:r>
              <a:rPr lang="en-US" dirty="0"/>
              <a:t>Routing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012" y="1483895"/>
            <a:ext cx="10515600" cy="4387516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If a network isn’t directly connected to the router, the router must use one of two ways to learn how to get to it. </a:t>
            </a:r>
            <a:endParaRPr lang="en-US" altLang="en-US" sz="2400" dirty="0"/>
          </a:p>
          <a:p>
            <a:pPr lvl="1"/>
            <a:r>
              <a:rPr lang="en-US" sz="2400" dirty="0"/>
              <a:t>Static Routes</a:t>
            </a:r>
            <a:endParaRPr lang="en-US" sz="2400" dirty="0"/>
          </a:p>
          <a:p>
            <a:pPr lvl="2"/>
            <a:r>
              <a:rPr lang="en-US" sz="2400" dirty="0"/>
              <a:t>Routes YOU put in</a:t>
            </a:r>
            <a:endParaRPr lang="en-US" sz="2400" dirty="0"/>
          </a:p>
          <a:p>
            <a:pPr lvl="1"/>
            <a:r>
              <a:rPr lang="en-US" sz="2400" dirty="0"/>
              <a:t>Dynamic Routes</a:t>
            </a:r>
            <a:endParaRPr lang="en-US" sz="2400" dirty="0"/>
          </a:p>
          <a:p>
            <a:pPr lvl="2"/>
            <a:r>
              <a:rPr lang="en-US" sz="2400" dirty="0"/>
              <a:t>Routes that are discovered </a:t>
            </a:r>
            <a:endParaRPr lang="en-US" sz="2400" dirty="0"/>
          </a:p>
          <a:p>
            <a:r>
              <a:rPr lang="en-US" sz="2400" dirty="0"/>
              <a:t>Networks route based on information in routing table</a:t>
            </a:r>
            <a:endParaRPr lang="en-US" sz="2400" dirty="0"/>
          </a:p>
          <a:p>
            <a:r>
              <a:rPr lang="en-US" sz="2400" dirty="0"/>
              <a:t>Switches route based on ARP Table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GCP Professional Network Engineer Certification Prep - Cloud VPN | Dynamic  Routing Pros &amp; Cons - YouTub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525" y="382385"/>
            <a:ext cx="10852485" cy="1492132"/>
          </a:xfrm>
        </p:spPr>
        <p:txBody>
          <a:bodyPr/>
          <a:lstStyle/>
          <a:p>
            <a:pPr algn="ctr"/>
            <a:r>
              <a:rPr lang="en-US" dirty="0"/>
              <a:t>Dynamic Routing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525" y="1564104"/>
            <a:ext cx="11185896" cy="4323054"/>
          </a:xfrm>
        </p:spPr>
        <p:txBody>
          <a:bodyPr>
            <a:normAutofit/>
          </a:bodyPr>
          <a:lstStyle/>
          <a:p>
            <a:pPr lvl="1"/>
            <a:r>
              <a:rPr lang="en-US" sz="3200" b="1" u="sng" dirty="0"/>
              <a:t>Distance Vector – Hops</a:t>
            </a:r>
            <a:endParaRPr lang="en-US" sz="3200" b="1" u="sng" dirty="0"/>
          </a:p>
          <a:p>
            <a:pPr lvl="2"/>
            <a:r>
              <a:rPr lang="en-US" sz="3200" dirty="0"/>
              <a:t>Route Initialization Protocol (RIP)</a:t>
            </a:r>
            <a:endParaRPr lang="en-US" sz="3200" dirty="0"/>
          </a:p>
          <a:p>
            <a:pPr lvl="1"/>
            <a:r>
              <a:rPr lang="en-US" sz="3200" b="1" u="sng" dirty="0"/>
              <a:t>Link State </a:t>
            </a:r>
            <a:endParaRPr lang="en-US" sz="3200" b="1" u="sng" dirty="0"/>
          </a:p>
          <a:p>
            <a:pPr lvl="2"/>
            <a:r>
              <a:rPr lang="en-US" sz="3200" dirty="0"/>
              <a:t>Open Shortest Path First (OSPF)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istance vector versus link-state - PacketLife.ne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25029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525" y="382385"/>
            <a:ext cx="10900611" cy="1492132"/>
          </a:xfrm>
        </p:spPr>
        <p:txBody>
          <a:bodyPr/>
          <a:lstStyle/>
          <a:p>
            <a:pPr algn="ctr"/>
            <a:r>
              <a:rPr lang="en-US" dirty="0"/>
              <a:t>Dynamic Routing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526" y="1564104"/>
            <a:ext cx="11185895" cy="4323054"/>
          </a:xfrm>
        </p:spPr>
        <p:txBody>
          <a:bodyPr>
            <a:normAutofit/>
          </a:bodyPr>
          <a:lstStyle/>
          <a:p>
            <a:pPr lvl="1"/>
            <a:r>
              <a:rPr lang="en-US" sz="3200" b="1" u="sng" dirty="0"/>
              <a:t>Hybrid Routing Protocols </a:t>
            </a:r>
            <a:r>
              <a:rPr lang="en-US" sz="3200" dirty="0"/>
              <a:t>– Mix of link-state and distance vector</a:t>
            </a:r>
            <a:endParaRPr lang="en-US" sz="3200" dirty="0"/>
          </a:p>
          <a:p>
            <a:pPr lvl="2"/>
            <a:r>
              <a:rPr lang="en-US" sz="3000" dirty="0"/>
              <a:t>Border Gateway Protocol (BGP) 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0</TotalTime>
  <Words>528</Words>
  <Application>WPS Presentation</Application>
  <PresentationFormat>Widescreen</PresentationFormat>
  <Paragraphs>26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Gill Sans MT</vt:lpstr>
      <vt:lpstr>Impact</vt:lpstr>
      <vt:lpstr>Microsoft YaHei</vt:lpstr>
      <vt:lpstr>Arial Unicode MS</vt:lpstr>
      <vt:lpstr>Calibri</vt:lpstr>
      <vt:lpstr>Badge</vt:lpstr>
      <vt:lpstr>Chapter 9</vt:lpstr>
      <vt:lpstr>Routing Basics</vt:lpstr>
      <vt:lpstr>PowerPoint 演示文稿</vt:lpstr>
      <vt:lpstr>Dynamic Routing</vt:lpstr>
      <vt:lpstr>PowerPoint 演示文稿</vt:lpstr>
      <vt:lpstr>Dynamic Routing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</dc:title>
  <dc:creator>Sam Lee</dc:creator>
  <cp:lastModifiedBy>Student</cp:lastModifiedBy>
  <cp:revision>17</cp:revision>
  <dcterms:created xsi:type="dcterms:W3CDTF">2018-10-30T19:20:00Z</dcterms:created>
  <dcterms:modified xsi:type="dcterms:W3CDTF">2022-09-20T20:21:04Z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69F3833727024BEAB2FCB6D8557359B7</vt:lpwstr>
  </property>
  <property fmtid="{D5CDD505-2E9C-101B-9397-08002B2CF9AE}" pid="3" name="KSOProductBuildVer">
    <vt:lpwstr>1033-11.2.0.11306</vt:lpwstr>
  </property>
</Properties>
</file>